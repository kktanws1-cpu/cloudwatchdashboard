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Mailpit on 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ACCFF"/>
                </a:solidFill>
              </a:rPr>
              <a:t>Internet Access Architecture for Intranet Staff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AACC"/>
                </a:solidFill>
              </a:rPr>
              <a:t>UAT Environment  |  ap-southeast-1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795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Architecture Overview — Mailpit Internet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914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0000"/>
                </a:solidFill>
              </a:rPr>
              <a:t>INTERNET 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914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48814"/>
                </a:solidFill>
              </a:rPr>
              <a:t>INTRANET ZONE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371600"/>
            <a:ext cx="1645920" cy="1005840"/>
          </a:xfrm>
          <a:prstGeom prst="rect">
            <a:avLst/>
          </a:prstGeom>
          <a:solidFill>
            <a:srgbClr val="F5F5F5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41732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(1) Intranet Staff
(Internet Notebook)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1371600"/>
            <a:ext cx="1645920" cy="100584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39" y="141732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(2) WOG Domain
mailpit.xxx.gov.sg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1645920" cy="1005840"/>
          </a:xfrm>
          <a:prstGeom prst="rect">
            <a:avLst/>
          </a:prstGeom>
          <a:solidFill>
            <a:srgbClr val="E8D5FF"/>
          </a:solidFill>
          <a:ln w="19050">
            <a:solidFill>
              <a:srgbClr val="8C4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41732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(3) Route 53
DNS Resolution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1371600"/>
            <a:ext cx="1645920" cy="1005840"/>
          </a:xfrm>
          <a:prstGeom prst="rect">
            <a:avLst/>
          </a:prstGeom>
          <a:solidFill>
            <a:srgbClr val="FFD5EA"/>
          </a:solidFill>
          <a:ln w="19050">
            <a:solidFill>
              <a:srgbClr val="E71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141732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(4) CloudFront
Distribution
(Mailpit CDN)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1371600"/>
            <a:ext cx="1645920" cy="1005840"/>
          </a:xfrm>
          <a:prstGeom prst="rect">
            <a:avLst/>
          </a:prstGeom>
          <a:solidFill>
            <a:srgbClr val="FFD5D5"/>
          </a:solidFill>
          <a:ln w="19050">
            <a:solidFill>
              <a:srgbClr val="DD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80" y="141732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(5) AWS WAF
Intranet IP
Allowlist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371600"/>
            <a:ext cx="2286000" cy="1005840"/>
          </a:xfrm>
          <a:prstGeom prst="rect">
            <a:avLst/>
          </a:prstGeom>
          <a:solidFill>
            <a:srgbClr val="EAD8FF"/>
          </a:solidFill>
          <a:ln w="19050">
            <a:solidFill>
              <a:srgbClr val="693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46920" y="141732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(6) Mailpit ALB
(App Tier -
Intranet)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173736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382B8"/>
                </a:solidFill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173736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382B8"/>
                </a:solidFill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173736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382B8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173736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382B8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173736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382B8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2514600"/>
            <a:ext cx="2743200" cy="822960"/>
          </a:xfrm>
          <a:prstGeom prst="rect">
            <a:avLst/>
          </a:prstGeom>
          <a:solidFill>
            <a:srgbClr val="FFF2CC"/>
          </a:solidFill>
          <a:ln w="19050"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9240" y="25603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4400"/>
                </a:solidFill>
              </a:rPr>
              <a:t>🔓 Firewall Rule
Allow HTTPS (443) from CloudFront IP ranges
to Mailpit ALB Security Group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3520440"/>
            <a:ext cx="2286000" cy="914400"/>
          </a:xfrm>
          <a:prstGeom prst="rect">
            <a:avLst/>
          </a:prstGeom>
          <a:solidFill>
            <a:srgbClr val="FFE5CC"/>
          </a:solidFill>
          <a:ln w="19050">
            <a:solidFill>
              <a:srgbClr val="D86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356616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331100"/>
                </a:solidFill>
              </a:rPr>
              <a:t>(7) Mailpit EC2
(Email Capture)
Port 8025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24231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86613"/>
                </a:solidFill>
              </a:rPr>
              <a:t>↓  Port 8025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795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New Architecture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822960"/>
            <a:ext cx="2103120" cy="731519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11155"/>
                </a:solidFill>
              </a:rPr>
              <a:t>WOG 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3160" y="914400"/>
            <a:ext cx="9555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</a:rPr>
              <a:t>Public DNS domain (e.g. mailpit.example.gov.sg) registered under the
Whole-of-Government domain, accessible from the internet.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00200"/>
            <a:ext cx="2103120" cy="731519"/>
          </a:xfrm>
          <a:prstGeom prst="rect">
            <a:avLst/>
          </a:prstGeom>
          <a:solidFill>
            <a:srgbClr val="E8D5FF"/>
          </a:solidFill>
          <a:ln w="19050">
            <a:solidFill>
              <a:srgbClr val="8C4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691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11155"/>
                </a:solidFill>
              </a:rPr>
              <a:t>Route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691640"/>
            <a:ext cx="9555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</a:rPr>
              <a:t>AWS Route 53 hosted zone for the WOG domain, pointing to the
CloudFront distribution as the origin.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2377440"/>
            <a:ext cx="2103120" cy="731519"/>
          </a:xfrm>
          <a:prstGeom prst="rect">
            <a:avLst/>
          </a:prstGeom>
          <a:solidFill>
            <a:srgbClr val="FFD5EA"/>
          </a:solidFill>
          <a:ln w="19050">
            <a:solidFill>
              <a:srgbClr val="E71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11155"/>
                </a:solidFill>
              </a:rPr>
              <a:t>CloudFront 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2468880"/>
            <a:ext cx="9555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</a:rPr>
              <a:t>Terminates HTTPS from internet users. Acts as the entry point for
Mailpit, forwarding requests to the Mailpit ALB in the Intranet App Tier.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3154679"/>
            <a:ext cx="2103120" cy="731519"/>
          </a:xfrm>
          <a:prstGeom prst="rect">
            <a:avLst/>
          </a:prstGeom>
          <a:solidFill>
            <a:srgbClr val="FFD5D5"/>
          </a:solidFill>
          <a:ln w="19050">
            <a:solidFill>
              <a:srgbClr val="DD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" y="32461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11155"/>
                </a:solidFill>
              </a:rPr>
              <a:t>AWS WAF (IP Allowlist)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3246120"/>
            <a:ext cx="9555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</a:rPr>
              <a:t>Attached to CloudFront. Restricts access to the specific public egress
IP ranges used by intranet staff internet machines (see Slide 4 for IP details).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3931920"/>
            <a:ext cx="2103120" cy="731519"/>
          </a:xfrm>
          <a:prstGeom prst="rect">
            <a:avLst/>
          </a:prstGeom>
          <a:solidFill>
            <a:srgbClr val="EAD8FF"/>
          </a:solidFill>
          <a:ln w="19050">
            <a:solidFill>
              <a:srgbClr val="693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" y="402335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11155"/>
                </a:solidFill>
              </a:rPr>
              <a:t>Mailpit ALB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4023359"/>
            <a:ext cx="9555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</a:rPr>
              <a:t>Application Load Balancer added to the App Tier (Intranet Compartment).
CloudFront forwards HTTPS (443) here; ALB routes to Mailpit EC2 on port 8025.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4709160"/>
            <a:ext cx="2103120" cy="731519"/>
          </a:xfrm>
          <a:prstGeom prst="rect">
            <a:avLst/>
          </a:prstGeom>
          <a:solidFill>
            <a:srgbClr val="FFF2CC"/>
          </a:solidFill>
          <a:ln w="19050"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48006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11155"/>
                </a:solidFill>
              </a:rPr>
              <a:t>Firewall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4800600"/>
            <a:ext cx="9555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</a:rPr>
              <a:t>New firewall rule: Allow inbound HTTPS (TCP 443) from CloudFront managed
prefix list (com.amazonaws.global.cloudfront.origin-facing) to Mailpit ALB SG.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795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Intranet IP Allowlist — WAF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Q: If the intranet has a range of IPs, is it possible to list specific IPs used by intranet users?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48814"/>
                </a:solidFill>
              </a:rPr>
              <a:t>✅  Yes — and it is the recommended approach.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11612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When intranet staff browse the internet from their GSIB/WOG notebooks, their traffic exits through the government's central internet gateway (SGWAN / GovTech-managed proxy). This means their internet source IPs are the public egress IPs of that gateway — not individual device IPs.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5146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How to configure the AWS WAF IP Allowlist: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880360"/>
            <a:ext cx="1188720" cy="68580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30175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497D"/>
                </a:solidFill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926079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</a:rPr>
              <a:t>Obtain the egress IP ranges (CIDRs) of the WOG/GSIB internet gateway from your GovTech / ITAS network team. These are the public IPs that government staff's internet traffic appears to come from.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639312"/>
            <a:ext cx="1188720" cy="68580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377647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497D"/>
                </a:solidFill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685032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</a:rPr>
              <a:t>Create an AWS WAF IP set (IPv4) containing those CIDR blocks in ap-southeast-1. Example:
    10.x.x.x/24 (replace with actual WOG egress CIDRs from your network team)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398264"/>
            <a:ext cx="1188720" cy="68580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453542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497D"/>
                </a:solidFill>
              </a:rP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443983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</a:rPr>
              <a:t>Attach a WAF WebACL to the CloudFront distribution with a BLOCK-all default rule and an ALLOW rule that matches the IP set from Step 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57216"/>
            <a:ext cx="1188720" cy="685800"/>
          </a:xfrm>
          <a:prstGeom prst="rect">
            <a:avLst/>
          </a:prstGeom>
          <a:solidFill>
            <a:srgbClr val="DAE8FC"/>
          </a:solidFill>
          <a:ln w="19050">
            <a:solidFill>
              <a:srgbClr val="6C8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5294376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497D"/>
                </a:solidFill>
              </a:rPr>
              <a:t>Step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202936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</a:rPr>
              <a:t>Test access: a GSIB device should reach mailpit.xxx.gov.sg; a non-government IP should receive HTTP 403.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217920"/>
            <a:ext cx="11612880" cy="365760"/>
          </a:xfrm>
          <a:prstGeom prst="rect">
            <a:avLst/>
          </a:prstGeom>
          <a:solidFill>
            <a:srgbClr val="FFF0E0"/>
          </a:solidFill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2200"/>
                </a:solidFill>
              </a:rPr>
              <a:t>Note: Do NOT use 0.0.0.0/0 for the WAF IP set — Mailpit captures test emails which may contain sensitive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45720"/>
            <a:ext cx="11795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Summary of Architecture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What was added to the draw.io diagram (v5):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365760" cy="411480"/>
          </a:xfrm>
          <a:prstGeom prst="rect">
            <a:avLst/>
          </a:prstGeom>
          <a:solidFill>
            <a:srgbClr val="23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801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WOG Domain label — internet-accessible DNS entry point for Mailpit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56231"/>
            <a:ext cx="365760" cy="411480"/>
          </a:xfrm>
          <a:prstGeom prst="rect">
            <a:avLst/>
          </a:prstGeom>
          <a:solidFill>
            <a:srgbClr val="23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856231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01951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Route 53 — DNS resolution for WOG domain, pointing to CloudFront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432304"/>
            <a:ext cx="365760" cy="411480"/>
          </a:xfrm>
          <a:prstGeom prst="rect">
            <a:avLst/>
          </a:prstGeom>
          <a:solidFill>
            <a:srgbClr val="23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432304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78024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CloudFront Distribution (Mailpit CDN) — HTTPS termination in Internet Zone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008376"/>
            <a:ext cx="365760" cy="411480"/>
          </a:xfrm>
          <a:prstGeom prst="rect">
            <a:avLst/>
          </a:prstGeom>
          <a:solidFill>
            <a:srgbClr val="23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008376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54096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AWS WAF (Intranet IP Allowlist) — restricts CloudFront access to WOG egress 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584448"/>
            <a:ext cx="365760" cy="411480"/>
          </a:xfrm>
          <a:prstGeom prst="rect">
            <a:avLst/>
          </a:prstGeom>
          <a:solidFill>
            <a:srgbClr val="23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358444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30168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Mailpit ALB — Application Load Balancer in App Tier; CloudFront origin target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160520"/>
            <a:ext cx="365760" cy="411480"/>
          </a:xfrm>
          <a:prstGeom prst="rect">
            <a:avLst/>
          </a:prstGeom>
          <a:solidFill>
            <a:srgbClr val="23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16052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2062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Firewall Rule annotation — HTTPS (443) from CloudFront IP ranges to Mailpit ALB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736592"/>
            <a:ext cx="365760" cy="411480"/>
          </a:xfrm>
          <a:prstGeom prst="rect">
            <a:avLst/>
          </a:prstGeom>
          <a:solidFill>
            <a:srgbClr val="238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736592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78231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Flow arrows — showing full path: Staff Notebook → WOG Domain → Route 53 → CloudFront → WAF → ALB → Mailpit EC2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3949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Question answered (Slide 4):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76072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Yes — intranet user IPs can (and should) be listed in an AWS WAF IP Allowlist. Obtain the WOG/GSIB internet gateway egress CIDRs from GovTech / your network team and add them to the WAF IP 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